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NATIONAL CYBERSECURITY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E1E1E"/>
                </a:solidFill>
                <a:latin typeface="Calibri"/>
              </a:defRPr>
            </a:pPr>
            <a:r>
              <a:rPr dirty="0"/>
              <a:t>Design Project for VIT — Academic Assignment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600" b="1">
                <a:solidFill>
                  <a:srgbClr val="1E1E1E"/>
                </a:solidFill>
                <a:latin typeface="Calibri"/>
              </a:defRPr>
            </a:pPr>
            <a:r>
              <a:rPr dirty="0"/>
              <a:t>Comprehensive Cybersecurity Law Design Project for the Fictional Nation of VIT’s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rPr dirty="0"/>
              <a:t>Presented by: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rPr dirty="0"/>
              <a:t>Navin Choudhary — 24102B0006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rPr dirty="0"/>
              <a:t>Kalpak Kale — 24104B0032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1: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Establish a legal framework protecting citizens, businesses, and government systems from cyber threats.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Promote the responsible use of technology and strengthen cybersecurity practices.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Ensure cybercrimes are investigated and punished effectively.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Protect sensitive information such as personal data, financial records, and healthcare information.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Address challenges such as ransomware, online banking fraud, identity theft, phishing, data breaches, cyberbullying, misinformation, IoT, AI, and cloud computing.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2: Definitions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Provide exact legal and technical meanings for essential terms.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Ensure clarity within the legislative framework.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Create a shared understanding for citizens, businesses, and government entities.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Key terms: Cybercrime, Hacker, Ethical Hacker, Malware, Ransomware, Phishing, Data Breach, Personal Data, Sensitive Data, Digital Signature.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Part 2: Definitions Section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Additional terms: Electronic Evidence, Identity Theft, Artificial Intelligence, Cloud Computing, Critical Infrastructure.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Cyberbullying, Deepfake, Encryption, Firewall, Zero-Day Exploit.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3: Citizens’ Digital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Right to Privacy — protection from unauthorized collection, use, or sharing of personal data.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Right to Secure Data — mandatory storage and protection using industry-standard security measures.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Right to Data Deletion — ability to request complete removal of personal data.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Right to Information — transparency regarding what data is collected, its purpose, and who it is shared with.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Right to Report Cybercrime and Right to Fair Investigation.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4: Cyber Offenses and Crimes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Unauthorized Access — Up to 3 years imprisonment; up to 5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Data Theft — Up to 4 years imprisonment; up to 7 Lakh Rupees + Compensation.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Identity Theft — Up to 5 years imprisonment; up to 7 Lakh Rupees + Compensation.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Phishing — Up to 6 years imprisonment; up to 10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Ransomware — Up to 12 years imprisonment; up to 20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Malware Distribution — Up to 6 years imprisonment; up to 8 Lakh Rupees.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 dirty="0">
                <a:solidFill>
                  <a:srgbClr val="FFFFFF"/>
                </a:solidFill>
                <a:latin typeface="Calibri"/>
              </a:rPr>
              <a:t>Part 4: Cyber Offenses and Crimes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Cyberbullying — Up to 3 years imprisonment; up to 3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Online Harassment — Up to 5 years imprisonment; up to 5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Financial Fraud — Up to 7 years imprisonment; up to 10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Misinformation — Up to 5 years imprisonment; up to 5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Website Defacement — Up to 5 years imprisonment; up to 7 Lakh Rupees.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Cyber Terrorism — Up to 20 years imprisonment; up to 25 Lakh Rupees.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5: Data Protection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Collect only the data genuinely required for services.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Protect data using encryption, firewalls, and regular system updates.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Do not share personal data with third parties without explicit user consent.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Keep data only as long as necessary and provide a simple data deletion process.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Consent must be clear and informed, using simple language.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Report data breaches to the NCSA within 72 hours.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6: Corporate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Secure customer information using industry-standard measures.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Report cyberattacks or data breaches within 72 hours and notify affected users.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Conduct regular employee cybersecurity training.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Perform regular security audits and penetration testing.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Appoint a Data Protection Officer (DPO) in large organizations.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Maintain access controls, encryption, backup and recovery systems, and an incident response plan.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7: Government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Protect critical infrastructure including banks, hospitals, airports, railways, power plants, and government data centers.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Monitor cyber threats continuously through a national framework.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Establish specialized cybercrime investigation units.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Collaborate internationally on cross-border cybercrime.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Conduct public awareness and education campaigns.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Develop policies for AI, Cloud Computing, and Quantum Computing.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8: Cyber Incident Reporting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Step 1: Incident Detected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Step 2: Internal Investigation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Step 3: Report to Authority within 72 hours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Step 4: Risk Assessment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Step 5: Mitigation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Step 6: Recovery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Step 7: Final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9: National Cyber Security Authority (NCSA)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Structure: Director General, Deputy Directors, Department Heads, Experts, Investigators, and Analysts.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Specialized Units: Threat Intelligence Unit, Incident Response Team, Digital Forensics Laboratory, Policy &amp; Compliance, Public Awareness.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Powers: request information, issue takedown notices, suspend harmful services, impose financial penalties, collect and preserve digital evidence.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10: AI and Emerging Technology Regulations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Covered technologies: Artificial Intelligence, Deepfakes, IoT, Cloud Computing, Digital Identity Systems, Autonomous Systems.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Mandatory registration for AI used in critical sectors.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Human review of important AI-driven decisions.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Mandatory labeling of AI-generated media.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Security standards for IoT devices and cloud environments.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Protection of digital identity data and cybersecurity testing for autonomous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11: Critical Infrastructure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Protected sectors: Banks &amp; Financial, Hospitals &amp; Healthcare, Airports &amp; Aviation, Railways &amp; Transport, Power Plants &amp; Energy, Government Data Centers.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Key obligations: multi-factor authentication, encryption of sensitive records, access restricted to authorized personnel, regular audits, secure backups, recovery plans, and immediate reporting to the NCSA.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12: Awareness and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School programs for ages 6–18.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Annual Cyber Safety Day.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University cybersecurity awareness training and specialized modules.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Employee onboarding and annual refresher programs.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Public campaigns using videos, posters, and infographics.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Workshops for senior citizens and small business owners.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National initiative: Cybersafe VIT’s.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13: International Cooperation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Law enforcement collaboration.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Information sharing agreements.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Joint operations and exercises.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Extradition requests.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Early warning systems.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Goals: effective investigation, proactive defense, disruption of criminal networks, capacity building, and accountability across borders.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14: 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Government Data Breach — outdated portal exploited; 50,000 citizens’ data stolen; offender sentenced to 4 years imprisonment and 7 lakh rupees fine.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Banking Scam — fake banking website and phishing SMS; offenders sentenced to 7 years imprisonment and 10 lakh rupees fine.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Hospital Ransomware Attack — malicious email triggered ransomware; offenders sentenced to 20 years imprisonment and 25 lakh rupees fine.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09728" rtlCol="0" anchor="ctr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15: Future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53949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Strengthen AI security and accountability.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Update laws for deepfakes and AI-driven cyberattacks.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Prepare for quantum-resistant encryption.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Improve privacy protections.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Strengthen digital identity systems.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Expand protection against cyber warfare.</a:t>
            </a:r>
          </a:p>
          <a:p>
            <a:pPr>
              <a:spcAft>
                <a:spcPts val="1000"/>
              </a:spcAft>
              <a:defRPr sz="2000">
                <a:solidFill>
                  <a:srgbClr val="1E1E1E"/>
                </a:solidFill>
                <a:latin typeface="Calibri"/>
              </a:defRPr>
            </a:pPr>
            <a:r>
              <a:t>Conduct regular cybersecurity drills and improve critical infrastructure protection.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172200"/>
            <a:ext cx="10972800" cy="10972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1180</Words>
  <Application>Microsoft Office PowerPoint</Application>
  <PresentationFormat>Widescreen</PresentationFormat>
  <Paragraphs>112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Kalpak Kale</cp:lastModifiedBy>
  <dcterms:created xsi:type="dcterms:W3CDTF">2013-01-27T09:14:16Z</dcterms:created>
  <dcterms:modified xsi:type="dcterms:W3CDTF">2026-06-20T04:41:15Z</dcterms:modified>
  <cp:category/>
</cp:coreProperties>
</file>